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AI Fit Track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DE1F8"/>
                </a:solidFill>
              </a:defRPr>
            </a:pPr>
            <a:r>
              <a:t>Personalized Fitness Recommendations Powered by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Node.js • Express.js • MongoDB • Mongoose • Google Gemini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ECDE1"/>
                </a:solidFill>
              </a:defRPr>
            </a:pPr>
            <a:r>
              <a:t>Naan Mudhalvan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FitTrack AI is a secure, scalable, AI-powered RESTful backend application.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It simplifies workout tracking and provides intelligent fitness recommendations.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REST APIs support authentication, workout management, workout search, and AI-assisted guidance.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The project follows MVC architecture for modularity, maintainability, and scalability.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Google Gemini AI generates personalized recommendations using user fitness information and workout statistics.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Workout records are difficult to maintain in a centralized way.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Manual tracking can create inaccurate workout history.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Personal fitness records need secure authentication.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Searching previous workouts manually is time-consuming.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Users may not have personalized workout recommendations.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There is limited insight into overall workout performance.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323"/>
                </a:solidFill>
                <a:latin typeface="Aptos"/>
              </a:defRPr>
            </a:pPr>
            <a:r>
              <a:t>Manual calculation of workout duration and calories can take extra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3. Proposed Solution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63039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47672"/>
            <a:ext cx="506577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A centralized backend where users can register, authenticate, and manage workout records through RESTful APIs. Google Gemini AI analyzes user information and workout statistics to generate intelligent recommendations and fitness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463039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825A"/>
                </a:solidFill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947672"/>
            <a:ext cx="506577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• Secure user authentication</a:t>
            </a:r>
            <a:br/>
            <a:r>
              <a:t>• CRUD-based workout management</a:t>
            </a:r>
            <a:br/>
            <a:r>
              <a:t>• Fast workout searching</a:t>
            </a:r>
            <a:br/>
            <a:r>
              <a:t>• AI-powered recommendations</a:t>
            </a:r>
            <a:br/>
            <a:r>
              <a:t>• AI fitness insights</a:t>
            </a:r>
            <a:br/>
            <a:r>
              <a:t>• Reliable JSON responses</a:t>
            </a:r>
            <a:br/>
            <a:r>
              <a:t>• Modular and scalable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4.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37160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5623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Server-side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37160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Express.js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85623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REST API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56032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304495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NoSQL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42316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56032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Mongoose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04495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ODM and schema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8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74904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23367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Authentication &amp; protected 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74904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bcrypt.js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423367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Password hashing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0060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493776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Google Gemini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542239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Personalized recommendations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800600"/>
            <a:ext cx="5212080" cy="960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4937760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Postman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5422392"/>
            <a:ext cx="4882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API 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69B4"/>
                </a:solidFill>
                <a:latin typeface="Aptos"/>
              </a:defRPr>
            </a:pPr>
            <a:r>
              <a:t>MVC + Layered Backend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143000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93392" y="1280160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1764792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React / Mobile App / Postman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43000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280160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Express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764792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HTTP requests, JSON parsing,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103120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93392" y="2240279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Routes + JWT Middleware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3392" y="2724912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Endpoint mapping +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240279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Controllers +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724912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Business logic + Gemini AI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063239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3392" y="3200399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Mongoose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3685031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Schema validation + database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39"/>
            <a:ext cx="3977639" cy="77724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3200399"/>
            <a:ext cx="364845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MongoDB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685031"/>
            <a:ext cx="3648456" cy="45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Users and Workouts collections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6.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Secure Authentication – registration, login, password encryption and JWT protection.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Workout Management – add, view, update and delete workout records.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Workout Search – search by workout name, category or date.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Google Gemini Integration – personalized workout plans, exercise suggestions, training tips and safety recommendations.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AI Fitness Insights – performance analysis, improvement suggestions, motivation and progress summary.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Centralized Error Handling – meaningful JSON responses for validation, authentication, database and server errors.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RESTful API Design – GET, POST, PUT and DELETE methods with JSON responses.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7. AI Recommendation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743200" cy="338328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554480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1. 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039112"/>
            <a:ext cx="2414016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Age</a:t>
            </a:r>
            <a:br/>
            <a:r>
              <a:t>Fitness Goal</a:t>
            </a:r>
            <a:br/>
            <a:r>
              <a:t>Experience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417320"/>
            <a:ext cx="2743200" cy="338328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76472" y="1554480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825A"/>
                </a:solidFill>
              </a:defRPr>
            </a:pPr>
            <a:r>
              <a:t>2. Gemini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2039112"/>
            <a:ext cx="2414016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Dedicated service prepares the prompt and sends the fitness information to Google Gemini.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417320"/>
            <a:ext cx="2743200" cy="338328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3992" y="1554480"/>
            <a:ext cx="241401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3. AI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039112"/>
            <a:ext cx="2414016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Personalized workout plan</a:t>
            </a:r>
            <a:br/>
            <a:r>
              <a:t>Weekly suggestions</a:t>
            </a:r>
            <a:br/>
            <a:r>
              <a:t>Training tips</a:t>
            </a:r>
            <a:br/>
            <a:r>
              <a:t>Safety tips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1417320"/>
            <a:ext cx="1965960" cy="338328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1512" y="1554480"/>
            <a:ext cx="1636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825A"/>
                </a:solidFill>
              </a:defRPr>
            </a:pPr>
            <a:r>
              <a:t>4.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2039112"/>
            <a:ext cx="1636776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JSON response is returned to the client.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8. API Testing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Postman / Thunder Client is used to verify API request handling and responses.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Testing sequence:</a:t>
            </a:r>
          </a:p>
          <a:p>
            <a:pPr lvl="1"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Authentication APIs – Register User, Login User, Get Profile</a:t>
            </a:r>
          </a:p>
          <a:p>
            <a:pPr lvl="1"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Workout APIs – Add, Get All, Get by ID, Update, Delete</a:t>
            </a:r>
          </a:p>
          <a:p>
            <a:pPr lvl="1"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AI APIs – Workout Recommendation, Fitness Insights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The backend is started using the project start command and tested endpoint by endpoint.</a:t>
            </a:r>
          </a:p>
          <a:p>
            <a:pPr>
              <a:spcAft>
                <a:spcPts val="1000"/>
              </a:spcAft>
              <a:defRPr sz="1700" b="0">
                <a:solidFill>
                  <a:srgbClr val="232323"/>
                </a:solidFill>
                <a:latin typeface="Aptos"/>
              </a:defRPr>
            </a:pPr>
            <a:r>
              <a:t>Testing verifies authentication, database operations, validation and AI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9. Database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63039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Users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488289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_id • name • email • encrypted password • createdAt • updatedAt</a:t>
            </a:r>
            <a:br/>
            <a:br/>
            <a:r>
              <a:t>Constraints:</a:t>
            </a:r>
            <a:br/>
            <a:r>
              <a:t>• Email must be unique</a:t>
            </a:r>
            <a:br/>
            <a:r>
              <a:t>• Name is mandatory</a:t>
            </a:r>
            <a:br/>
            <a:r>
              <a:t>• Password is encrypted using bcrypt</a:t>
            </a:r>
            <a:br/>
            <a:r>
              <a:t>• JWT is generated after successful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12080" cy="438912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63039"/>
            <a:ext cx="48828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825A"/>
                </a:solidFill>
              </a:defRPr>
            </a:pPr>
            <a:r>
              <a:t>Workouts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947672"/>
            <a:ext cx="4882896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_id • user • workoutName • category • duration • caloriesBurned • workoutDate • timestamps</a:t>
            </a:r>
            <a:br/>
            <a:br/>
            <a:r>
              <a:t>Relationship:</a:t>
            </a:r>
            <a:br/>
            <a:r>
              <a:t>One User → Many Workouts</a:t>
            </a:r>
            <a:br/>
            <a:r>
              <a:t>Each workout belongs to one authenticated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A4A"/>
                </a:solidFill>
                <a:latin typeface="Aptos Display"/>
              </a:defRPr>
            </a:pPr>
            <a:r>
              <a:t>10. Outcome &amp; Future Enhancement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448056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463039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69B4"/>
                </a:solidFill>
              </a:defRPr>
            </a:pPr>
            <a:r>
              <a:t>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47672"/>
            <a:ext cx="5065776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• Reduces manual workout record keeping</a:t>
            </a:r>
            <a:br/>
            <a:r>
              <a:t>• Provides secure access to personal data</a:t>
            </a:r>
            <a:br/>
            <a:r>
              <a:t>• Gives AI-assisted fitness guidance</a:t>
            </a:r>
            <a:br/>
            <a:r>
              <a:t>• Makes workout history easier to manage and search</a:t>
            </a:r>
            <a:br/>
            <a:r>
              <a:t>• Supports modular maintenance and future scalability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EFF6FD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463039"/>
            <a:ext cx="506577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825A"/>
                </a:solidFill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947672"/>
            <a:ext cx="5065776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• Nutrition tracking</a:t>
            </a:r>
            <a:br/>
            <a:r>
              <a:t>• BMI calculation</a:t>
            </a:r>
            <a:br/>
            <a:r>
              <a:t>• Wearable device integration</a:t>
            </a:r>
            <a:br/>
            <a:r>
              <a:t>• Workout reminders</a:t>
            </a:r>
            <a:br/>
            <a:r>
              <a:t>• Fitness analytics dashboards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657453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14984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2300">
                <a:solidFill>
                  <a:srgbClr val="DCE8F7"/>
                </a:solidFill>
              </a:defRPr>
            </a:pPr>
            <a:r>
              <a:t>FitTrack AI combines secure REST APIs, MongoDB-based workout management, and Google Gemini AI to provide personalized fitness recommendations and insights.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The modular MVC architecture makes the system easier to maintain, test and extend.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